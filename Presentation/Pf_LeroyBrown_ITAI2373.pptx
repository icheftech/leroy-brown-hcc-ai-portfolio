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4d2e16efa9445c" /><Relationship Type="http://schemas.openxmlformats.org/officeDocument/2006/relationships/extended-properties" Target="/docProps/app.xml" Id="R334d8a1cd7dd4a16" /><Relationship Type="http://schemas.openxmlformats.org/officeDocument/2006/relationships/officeDocument" Target="/ppt/presentation.xml" Id="Rdab30cc6621947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fa1debd2b749c8"/>
  </p:sldMasterIdLst>
  <p:notesMasterIdLst>
    <p:notesMasterId xmlns:r="http://schemas.openxmlformats.org/officeDocument/2006/relationships" r:id="Rb18fb4dc79984d13"/>
  </p:notesMasterIdLst>
  <p:sldIdLst>
    <p:sldId xmlns:r="http://schemas.openxmlformats.org/officeDocument/2006/relationships" id="256" r:id="Rf524b64c012c4054"/>
    <p:sldId xmlns:r="http://schemas.openxmlformats.org/officeDocument/2006/relationships" id="257" r:id="Re6002b2c311241b0"/>
    <p:sldId xmlns:r="http://schemas.openxmlformats.org/officeDocument/2006/relationships" id="258" r:id="R86e1392f614b469b"/>
    <p:sldId xmlns:r="http://schemas.openxmlformats.org/officeDocument/2006/relationships" id="259" r:id="R88b3c0466b2644c3"/>
    <p:sldId xmlns:r="http://schemas.openxmlformats.org/officeDocument/2006/relationships" id="260" r:id="R15e81c21e92444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a1debd2b749c8" /><Relationship Type="http://schemas.openxmlformats.org/officeDocument/2006/relationships/theme" Target="/ppt/theme/theme1.xml" Id="Rcaa31cdd2d6e48f0" /><Relationship Type="http://schemas.openxmlformats.org/officeDocument/2006/relationships/notesMaster" Target="/ppt/notesMasters/notesMaster1.xml" Id="Rb18fb4dc79984d13" /><Relationship Type="http://schemas.openxmlformats.org/officeDocument/2006/relationships/presProps" Target="/ppt/presProps.xml" Id="R3a7211c7ebea4bf5" /><Relationship Type="http://schemas.openxmlformats.org/officeDocument/2006/relationships/viewProps" Target="/ppt/viewProps.xml" Id="Rdbb30b84cce64efb" /><Relationship Type="http://schemas.openxmlformats.org/officeDocument/2006/relationships/tableStyles" Target="/ppt/tableStyles.xml" Id="Rd0e761c9bce8461a" /><Relationship Type="http://schemas.openxmlformats.org/officeDocument/2006/relationships/slide" Target="/ppt/slides/slide1.xml" Id="Rf524b64c012c4054" /><Relationship Type="http://schemas.openxmlformats.org/officeDocument/2006/relationships/slide" Target="/ppt/slides/slide2.xml" Id="Re6002b2c311241b0" /><Relationship Type="http://schemas.openxmlformats.org/officeDocument/2006/relationships/slide" Target="/ppt/slides/slide3.xml" Id="R86e1392f614b469b" /><Relationship Type="http://schemas.openxmlformats.org/officeDocument/2006/relationships/slide" Target="/ppt/slides/slide4.xml" Id="R88b3c0466b2644c3" /><Relationship Type="http://schemas.openxmlformats.org/officeDocument/2006/relationships/slide" Target="/ppt/slides/slide5.xml" Id="R15e81c21e924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7b0780f40c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I Portfolio">
  <a:themeElements>
    <a:clrScheme name="AI Portfolio">
      <a:accent1>
        <a:srgbClr val="12A8C8"/>
      </a:accent1>
      <a:accent2>
        <a:srgbClr val="22A06B"/>
      </a:accent2>
      <a:accent3>
        <a:srgbClr val="D99A2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Portfolio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805651fb346e6" /><Relationship Type="http://schemas.openxmlformats.org/officeDocument/2006/relationships/notesMaster" Target="/ppt/notesMasters/notesMaster1.xml" Id="Rbd04ed86b4d1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295c58d924627" /><Relationship Type="http://schemas.openxmlformats.org/officeDocument/2006/relationships/notesMaster" Target="/ppt/notesMasters/notesMaster1.xml" Id="R78af289dadf6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ece5a96c347c9" /><Relationship Type="http://schemas.openxmlformats.org/officeDocument/2006/relationships/notesMaster" Target="/ppt/notesMasters/notesMaster1.xml" Id="R3f667e681c76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92c6e9ec1470a" /><Relationship Type="http://schemas.openxmlformats.org/officeDocument/2006/relationships/notesMaster" Target="/ppt/notesMasters/notesMaster1.xml" Id="Ra618f5d6a55d49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710edef6004ec8" /><Relationship Type="http://schemas.openxmlformats.org/officeDocument/2006/relationships/notesMaster" Target="/ppt/notesMasters/notesMaster1.xml" Id="R17b0f13102e0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8e1f3c8ed4d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30425A0-AD2C-4D0B-A071-D59F0CABBBC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A7C220-D8D7-4773-8B67-9F113384592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148D2E-6660-4D1D-81F8-AF1804D19FE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C44892-3C3A-46DE-8119-CC93FA05ED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88904892ba457a" /><Relationship Type="http://schemas.openxmlformats.org/officeDocument/2006/relationships/slideLayout" Target="/ppt/slideLayouts/slideLayout2.xml" Id="Rc84d5c42a4c24a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A9116B-ED95-4B2F-9DD2-80C7C12A326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d5c42a4c24a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9bc8d132d458d" /><Relationship Type="http://schemas.openxmlformats.org/officeDocument/2006/relationships/notesSlide" Target="/ppt/notesSlides/notesSlide1.xml" Id="R389aa28fe438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9e283e5464230" /><Relationship Type="http://schemas.openxmlformats.org/officeDocument/2006/relationships/notesSlide" Target="/ppt/notesSlides/notesSlide2.xml" Id="R0a0249d76b1b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4688687c8b4310" /><Relationship Type="http://schemas.openxmlformats.org/officeDocument/2006/relationships/notesSlide" Target="/ppt/notesSlides/notesSlide3.xml" Id="R03c070364055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cd76b6c394ea5" /><Relationship Type="http://schemas.openxmlformats.org/officeDocument/2006/relationships/notesSlide" Target="/ppt/notesSlides/notesSlide4.xml" Id="R588089ca9a00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5d2e82d944be4" /><Relationship Type="http://schemas.openxmlformats.org/officeDocument/2006/relationships/notesSlide" Target="/ppt/notesSlides/notesSlide5.xml" Id="R2c23721ee869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D63EF-36D4-4B63-A97C-97CB7D0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28153-01F0-49FA-80B7-62855765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9750B-7546-4246-AB44-669A53D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433387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B3356-581D-49C8-AC93-1DD38B5B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33400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Leroy Brown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112A0-960E-40CE-9CAE-7137464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71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A8C8"/>
                </a:solidFill>
              </a:defRPr>
            </a:pPr>
            <a:r>
              <a:rPr sz="1875" b="1">
                <a:solidFill>
                  <a:srgbClr val="12A8C8"/>
                </a:solidFill>
              </a:rPr>
              <a:t>Applied AI &amp; Robotics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EDE71-7FE5-48FB-9D5B-47A5A9A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143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158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AF2FF"/>
                </a:solidFill>
              </a:defRPr>
            </a:pPr>
            <a:r>
              <a:rPr sz="2025" b="0">
                <a:solidFill>
                  <a:srgbClr val="EAF2FF"/>
                </a:solidFill>
              </a:rPr>
              <a:t>Production AI systems, NLP intelligence, governance controls, and deployed software.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15F5F-DBFF-4614-ADDD-470D8607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GitHub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72DA1-3460-461C-91C6-77E666F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238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github.com/icheftech/AI-Portfolio-Leroy-Brown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39D14-0337-4DC9-AD66-1B377F33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3345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A2C40-86FE-444C-AADA-CAE965B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7630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A6F32-97E9-4023-876C-EF16BD7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76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AE38F-B8C4-4AEF-AE8B-A44FB45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6205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NLP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93888-BA54-457F-8CFC-3C0A32C2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81150"/>
            <a:ext cx="2095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7990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NewsBot: topics, summaries, embeddings, sentiment, interactive exploration.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23274-BF6F-4CA7-AF6A-ED0A42F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3345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AAF05-7CC1-4583-9F6B-C9DFA6C0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96B39-96EF-460D-9225-71AE799F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0703D-0A0B-4A72-9B01-687FDAD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6205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Governed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CA61A-4481-4B2D-9F1C-69BE2592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2095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22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SSO control plane: policy gates, approvals, kill switches, audit chains.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F7F87-3786-476E-9B21-EBC9170F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08E18-5D9D-4312-A267-A5540BDB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D467A-71DA-4737-A9A3-CE8A2DB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FE850-8BEB-4286-B23D-360EC90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2900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Agentic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048F4-1905-4558-9E90-9C191EE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48100"/>
            <a:ext cx="2095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58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LangGraph systems for bids, cloud operations, and household automation.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F98D4-8A3C-4550-8731-B280BE8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6A19F-370F-43BB-B716-901D2B90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6225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35303-606A-41B5-A114-F373C3C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963C9-5362-41AD-A3F9-9E2420F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Full-Stack 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946D8-5872-4446-A223-18B1B8E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095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798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FastAPI, Next.js, PostgreSQL, deployment, documentation, and dashboards.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FF96E-FC81-4826-B0BF-BA3D9E4E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666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github.com/icheftech/AI-Portfolio-Leroy-Brown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8873C-9507-432F-9C32-BC41D87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Applied AI &amp; Robotics Portfolio</a:t>
            </a:r>
          </a:p>
        </p:txBody>
      </p:sp>
    </p:spTree>
    <p:extLst>
      <p:ext uri="{BB962C8B-B14F-4D97-AF65-F5344CB8AC3E}">
        <p14:creationId xmlns:p14="http://schemas.microsoft.com/office/powerpoint/2010/main" val="1704247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DE407-64ED-413E-9405-88323E57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51BE8-CCD2-43D7-B1E4-74E6001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EEA0E-F9A4-4019-8578-0A0517A3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9530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Learning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4F8F2-197A-4761-8CB0-E20BACF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7810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From NLP foundations to agentic systems and responsible AI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94883-1967-4400-8C37-5C57D28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90800"/>
            <a:ext cx="876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81E05-2BAB-4F16-9DA1-2B176646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CEBB7-A1B2-4313-B72B-16C42AA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6858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3CD95-592A-48B0-97B8-548B374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4763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NLP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9CF9B-4F9D-4512-8A4F-A547B90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NewsBot pipeline: classify, summarize, embed, and explore news 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4E231-9B7D-4C89-9E43-07E29EA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D18E0-B7B0-4E3C-A525-B16F440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62200"/>
            <a:ext cx="6858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5D32D-BCF7-428A-A0DB-43103BCE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14763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Applied AI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ACC26-D503-4AE7-8EC2-EB4AFD2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bidops and CloudArch connect agents to operational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D185B-04E5-4023-8DF9-ADBA505A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D5A0C-935E-45A5-8EB8-DB14F7ED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6858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8B711-9AEA-488E-966F-A942A41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4763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54F81-FCBC-4446-AA2C-C77186D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SSO Control Plane turns responsible AI into enforceable software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60ED4-1493-48C5-B930-8E57D2D8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C9563-811A-42D4-A964-9E4F966B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62200"/>
            <a:ext cx="6858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026CF-AC48-4549-8B0D-097CFC3F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95650"/>
            <a:ext cx="1476375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32B96-57A1-4865-99EC-AC3F479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PMBC Connect and intake services show practical full-stack delivery.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A462E-0026-41E8-B6DD-55DA988D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FA"/>
          </a:solidFill>
          <a:ln xmlns:a="http://schemas.openxmlformats.org/drawingml/2006/main" w="0">
            <a:solidFill>
              <a:srgbClr val="E9F6FA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Python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CD405-1496-4790-853D-EA5819B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8F2"/>
          </a:solidFill>
          <a:ln xmlns:a="http://schemas.openxmlformats.org/drawingml/2006/main" w="0">
            <a:solidFill>
              <a:srgbClr val="ECF8F2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FastAPI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DADF5-B686-42C1-B24E-1D3D658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34000"/>
            <a:ext cx="1466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solidFill>
              <a:srgbClr val="FFF3DB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LangGraph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AD2C9-EB2F-44BE-B72C-156228A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3400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FA"/>
          </a:solidFill>
          <a:ln xmlns:a="http://schemas.openxmlformats.org/drawingml/2006/main" w="0">
            <a:solidFill>
              <a:srgbClr val="E9F6FA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Next.js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B689C2-6F2D-4EF0-9A34-B8D7342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34000"/>
            <a:ext cx="1524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8F2"/>
          </a:solidFill>
          <a:ln xmlns:a="http://schemas.openxmlformats.org/drawingml/2006/main" w="0">
            <a:solidFill>
              <a:srgbClr val="ECF8F2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FCD28-7F54-4503-80EC-A5CC4F7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3400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solidFill>
              <a:srgbClr val="FFF3DB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NIST AI RMF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53714-5FF5-41D9-9609-383322D4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666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github.com/icheftech/AI-Portfolio-Leroy-Brown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E9615-2586-446D-A520-D6B4DA69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Applied AI &amp; Robotics Portfolio</a:t>
            </a:r>
          </a:p>
        </p:txBody>
      </p:sp>
    </p:spTree>
    <p:extLst>
      <p:ext uri="{BB962C8B-B14F-4D97-AF65-F5344CB8AC3E}">
        <p14:creationId xmlns:p14="http://schemas.microsoft.com/office/powerpoint/2010/main" val="1293106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63C75-836B-4EAC-91C7-11E1A24C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F0F2A-E9BF-4EE7-A6E7-3D99F6DA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9ADC-2542-4C43-98EB-886D95FD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514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Featured Projects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103DE-C477-41F0-B5A5-A70F3AA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8572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Three examples show the portfolio range: NLP, governance, and business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1D669-6216-431D-ABF9-4D1BDA47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90F7-B531-4D8C-8C76-E789C7C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1BBAB-3CE5-4DD0-B23D-980B6039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E270F-9EA5-4A17-94DE-3CE74FB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6670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403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NewsBot Intelligence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6CABA-B213-4C20-AB81-313B0A9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6700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Turns raw news into topics, summaries, sentiment, embeddings, and an interactive Gradio interface.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284FA-34ED-4C9C-BF20-332C2C4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667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C8"/>
                </a:solidFill>
              </a:defRPr>
            </a:pPr>
            <a:r>
              <a:rPr sz="1350" b="1">
                <a:solidFill>
                  <a:srgbClr val="12A8C8"/>
                </a:solidFill>
              </a:rPr>
              <a:t>FastAPI | LDA | DistilBART | SentenceTransformers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87CDD-2395-4C2B-8782-A906AF0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CDFB2-FE59-4DFF-B982-F712CA1D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EF00B-6974-458C-9FA0-FD18D72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0FB31-641C-4698-A167-23BA873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6670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SSO Control Plane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7B157-AA62-494C-AB85-74EF33E4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66700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76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Governs AI workflows with NIST AI RMF alignment, policy gates, emergency stops, and cryptographic audit chains.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E9791-B1A5-4BF9-9452-7FC9E5B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667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2B"/>
                </a:solidFill>
              </a:defRPr>
            </a:pPr>
            <a:r>
              <a:rPr sz="1350" b="1">
                <a:solidFill>
                  <a:srgbClr val="D99A2B"/>
                </a:solidFill>
              </a:rPr>
              <a:t>Python | FastAPI | PostgreSQL | SQLAlchemy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9A245-CECE-45A2-8BD8-DDBC364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EC70C-CCF2-4D40-9FA9-90149F1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238500" cy="3048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B82FB-3351-41E1-87BA-899971F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5D04C-50B8-47B9-A230-5DF04EDF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6670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bidops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25B5F-FCF2-4E36-99BF-3919D46D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66700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678"/>
                </a:solidFill>
              </a:defRPr>
            </a:pPr>
            <a:r>
              <a:rPr sz="1575" b="0">
                <a:solidFill>
                  <a:srgbClr val="5A6678"/>
                </a:solidFill>
              </a:rPr>
              <a:t>Scores and routes public contract opportunities using AI-native sourcing workflows and operational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D3E35-B207-4B91-B318-831280A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2667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06B"/>
                </a:solidFill>
              </a:defRPr>
            </a:pPr>
            <a:r>
              <a:rPr sz="1350" b="1">
                <a:solidFill>
                  <a:srgbClr val="22A06B"/>
                </a:solidFill>
              </a:rPr>
              <a:t>Next.js | FastAPI | LangGraph | Railway Postgres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8B15B-9D43-4400-BFF7-9191C024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8286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Project links are available from the main portfolio README.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9ED97-53DD-42A3-9E16-EDE6A0E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666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github.com/icheftech/AI-Portfolio-Leroy-Brown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BB24C-5A86-441E-A780-9DE63A7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Applied AI &amp; Robotics Portfolio</a:t>
            </a:r>
          </a:p>
        </p:txBody>
      </p:sp>
    </p:spTree>
    <p:extLst>
      <p:ext uri="{BB962C8B-B14F-4D97-AF65-F5344CB8AC3E}">
        <p14:creationId xmlns:p14="http://schemas.microsoft.com/office/powerpoint/2010/main" val="786708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E8159-1B70-409A-BF30-4EA4C44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DD263-032B-4E61-A1A4-C03E73B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05754-4296-4433-9B27-762A340D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53340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Technical Arsenal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33D00-A68C-4DA2-A891-826B62C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8572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A practical stack for building useful, reviewable, and deployable AI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F3E9-950D-4A36-989A-6FDBE979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AI/NLP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46C1-A924-4DE4-95FF-A7586345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14550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55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Topic modeling, summarization, embeddings, sentiment, 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0E6F8-61E0-4CD9-87DE-BAA3CB4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745D0-64AB-457C-9962-8C505A1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280416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BA676-1CEB-4E67-B299-721AE9A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4BF4B-A4D3-4A15-8F46-FF5B1F7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880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LangGraph workflows, routing, tool orchestration, human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8E337-7760-4BDD-B106-D88689A6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035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9A1AC-AA7D-40B0-97D5-477EE24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0350"/>
            <a:ext cx="256032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06855-14DD-4B0C-A685-7105585A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92455-0B3E-4843-9197-FECA8F0F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48050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99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FastAPI, Python, REST APIs, Postgres, Alembic, Supabase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4481C-02EF-4B8D-91FC-89A8E14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671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6A2BF-44A3-46FE-8E4A-6B59A05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67100"/>
            <a:ext cx="268224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93F25-EEFD-4D18-8021-6A075236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70031-F928-4AF9-8F27-CBD3D58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Next.js, TypeScript, React dashboards, deployed interfaces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2FB62-CA88-4006-AA44-E0D63CD2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3385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26664-BB9E-46A9-990B-E0F533D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33850"/>
            <a:ext cx="24384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F0AA3-1446-4C87-8B3D-FD8B9D2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B2E04-211B-4EE3-989C-5695644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678"/>
                </a:solidFill>
              </a:defRPr>
            </a:pPr>
            <a:r>
              <a:rPr sz="1425" b="0">
                <a:solidFill>
                  <a:srgbClr val="5A6678"/>
                </a:solidFill>
              </a:rPr>
              <a:t>NIST AI RMF, audit chains, control policies, PHI/PII practices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0B96C-7225-487E-969E-140A137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006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6944C-ADE6-4C3F-95BF-B9F98248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00600"/>
            <a:ext cx="2743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4F07A-A9D6-40B8-92B7-60A268A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666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github.com/icheftech/AI-Portfolio-Leroy-Brown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229C0-0323-410B-9D93-20F82D0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Applied AI &amp; Robotics Portfolio</a:t>
            </a:r>
          </a:p>
        </p:txBody>
      </p:sp>
    </p:spTree>
    <p:extLst>
      <p:ext uri="{BB962C8B-B14F-4D97-AF65-F5344CB8AC3E}">
        <p14:creationId xmlns:p14="http://schemas.microsoft.com/office/powerpoint/2010/main" val="740373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70420-D236-4471-AE86-CB207C63A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123B1-4B25-4404-9B10-63BA5A3B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F"/>
          </a:solidFill>
          <a:ln xmlns:a="http://schemas.openxmlformats.org/drawingml/2006/main" w="0">
            <a:solidFill>
              <a:srgbClr val="132B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3CBEC-7C97-4F90-9DF4-0E4292E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44020-26FC-48CA-91A4-271E5B6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6286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Reflection &amp;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DF3BA-0DC2-432E-BA30-BF0543D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334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469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The strongest lesson: useful AI needs product thinking, controls, data flow, and clear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CDFC4-CCB5-427F-BF1C-1DFCE9A5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4762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3FD9B-3F9C-43FC-B626-319FCA6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ED3F8-2CFC-4100-9219-63554DC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C8"/>
          </a:solidFill>
          <a:ln xmlns:a="http://schemas.openxmlformats.org/drawingml/2006/main" w="0">
            <a:solidFill>
              <a:srgbClr val="12A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44802-C2FC-41B2-A5DC-A5C3EBC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28875"/>
            <a:ext cx="35242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Where I am growing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DC06A-FB8B-46F4-9995-6742B07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37147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182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Production-grade AI services</a:t>
            </a:r>
          </a:p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Responsible automation with human oversight</a:t>
            </a:r>
          </a:p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Model-backed dashboards for real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06028-5FC7-40F5-8CE0-BD3A4F35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52650"/>
            <a:ext cx="4762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EA7DC-A096-47C8-AE8B-558AF5E7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AD5C-662D-480E-BC8B-053F65D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CF91F-9A92-43B0-8AE5-D3DEFD5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28875"/>
            <a:ext cx="35242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What I am seeking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2743F-B1BA-4CA1-B769-9E8B70B1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7147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AI engineering roles</a:t>
            </a:r>
          </a:p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Applied NLP projects</a:t>
            </a:r>
          </a:p>
          <a:p xmlns:a="http://schemas.openxmlformats.org/drawingml/2006/main">
            <a:pPr algn="l">
              <a:defRPr sz="1725" b="0">
                <a:solidFill>
                  <a:srgbClr val="5A6678"/>
                </a:solidFill>
              </a:defRPr>
            </a:pPr>
            <a:r>
              <a:rPr sz="1725" b="0">
                <a:solidFill>
                  <a:srgbClr val="5A6678"/>
                </a:solidFill>
              </a:rPr>
              <a:t>Collaborations in governance and 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773D5-2401-4C2F-AE5D-0D57FFB2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2524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FA"/>
          </a:solidFill>
          <a:ln xmlns:a="http://schemas.openxmlformats.org/drawingml/2006/main" w="0">
            <a:solidFill>
              <a:srgbClr val="E9F6FA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github.com/icheftech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3B717-EBFF-4B03-B9D9-D378323A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3714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8F2"/>
          </a:solidFill>
          <a:ln xmlns:a="http://schemas.openxmlformats.org/drawingml/2006/main" w="0">
            <a:solidFill>
              <a:srgbClr val="ECF8F2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Portfolio: AI-Portfolio-Leroy-Brown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DD7FA-B675-4FD0-9404-A588B1B2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91125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solidFill>
              <a:srgbClr val="FFF3DB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LinkedIn / Email: add before final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7FB81-311A-4CAC-9753-22B4715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666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github.com/icheftech/AI-Portfolio-Leroy-Brown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E96D9-2377-4B2A-8F63-6E64F8E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678"/>
                </a:solidFill>
              </a:defRPr>
            </a:pPr>
            <a:r>
              <a:rPr sz="1350" b="0">
                <a:solidFill>
                  <a:srgbClr val="5A6678"/>
                </a:solidFill>
              </a:rPr>
              <a:t>Applied AI &amp; Robotics Portfolio</a:t>
            </a:r>
          </a:p>
        </p:txBody>
      </p:sp>
    </p:spTree>
    <p:extLst>
      <p:ext uri="{BB962C8B-B14F-4D97-AF65-F5344CB8AC3E}">
        <p14:creationId xmlns:p14="http://schemas.microsoft.com/office/powerpoint/2010/main" val="2072429809"/>
      </p:ext>
    </p:extLst>
  </p:cSld>
</p:sld>
</file>

<file path=ppt/theme/theme1.xml><?xml version="1.0" encoding="utf-8"?>
<a:theme xmlns:a="http://schemas.openxmlformats.org/drawingml/2006/main" name="AI Portfolio">
  <a:themeElements>
    <a:clrScheme name="AI Portfolio">
      <a:accent1>
        <a:srgbClr val="12A8C8"/>
      </a:accent1>
      <a:accent2>
        <a:srgbClr val="22A06B"/>
      </a:accent2>
      <a:accent3>
        <a:srgbClr val="D99A2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Portfolio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2026-05-12T05:58:23.7110000Z</dcterms:created>
  <dcterms:modified xsi:type="dcterms:W3CDTF">2026-05-12T05:58:23.7110000Z</dcterms:modified>
</coreProperties>
</file>